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DEEP-DIVE SYSTEM ENGINEERING REVIEW</a:t>
            </a:r>
          </a:p>
          <a:p>
            <a:pPr>
              <a:spcAft>
                <a:spcPts val="800"/>
              </a:spcAft>
              <a:defRPr sz="5600" b="1">
                <a:solidFill>
                  <a:srgbClr val="F8FAFC"/>
                </a:solidFill>
                <a:latin typeface="Arial"/>
              </a:defRPr>
            </a:pPr>
            <a:r>
              <a:t>AetherMind Agentic Ingestion</a:t>
            </a:r>
          </a:p>
          <a:p>
            <a:pPr>
              <a:defRPr sz="1800">
                <a:solidFill>
                  <a:srgbClr val="94A3B8"/>
                </a:solidFill>
                <a:latin typeface="Arial"/>
              </a:defRPr>
            </a:pPr>
            <a:r>
              <a:t>Lossless Geometry Extraction, Multi-Agent Coordination, and Closed-Loop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AetherMind Core Engine Walkthrough  |  Developer Deep Dive</a:t>
            </a:r>
          </a:p>
          <a:p>
            <a:pPr>
              <a:defRPr sz="1100" i="1">
                <a:solidFill>
                  <a:srgbClr val="38BDF8"/>
                </a:solidFill>
                <a:latin typeface="Arial"/>
              </a:defRPr>
            </a:pPr>
            <a:r>
              <a:t>Why we bypass vision hallucinations, how we map connectors, and how OpenCV validates rendering at pixel-level.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AetherMind Engine Architecture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Core Problem: Why Standard Parsers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1247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>
                <a:solidFill>
                  <a:srgbClr val="94A3B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F4444"/>
                </a:solidFill>
                <a:latin typeface="Arial"/>
              </a:defRPr>
            </a:pPr>
            <a:r>
              <a:t>The Ingestion Problem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Traditional text extractors (e.g. PyPDF, standard OCR) strip visual formatting and output a raw text stream.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Crucial spatial structures—like table cell coordinates, logical flowcharts, and form checkbox states—are discarded.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Downstream Large Language Models (LLMs) lose the visual layout needed for reasoning, leading to table parsing errors and logic failure.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Relying on Multimodal Vision LLMs directly to extract coordinates causes 'spatial hallucination' and coordinate drift.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2C55E"/>
                </a:solidFill>
                <a:latin typeface="Arial"/>
              </a:defRPr>
            </a:pPr>
            <a:r>
              <a:t>The AetherMind Stance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AetherMind preserves absolute coordinates, typography, background fills, cell spans, and flowchart connector arrows.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We build a strongly typed Reconstruction Blueprint instead of a flat text file.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Bypasses unreliable Vision models for base coordinate parsing, enforcing strict deterministic geometry rules.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Audits the extraction loop: programmatically re-renders the blueprint to check visual similarity (SSIM) against the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AetherMind Engine Architecture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Lossless Geometry &amp; Canvas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1247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>
                <a:solidFill>
                  <a:srgbClr val="94A3B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1672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Why we normalize margins and scale coordinates: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Digital canvas boundaries: Raw slides and PDF pages often use different units (e.g. English Metric Units/EMUs in PPTX, points in PDF, pixels in images).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Coordinate scaling: We map layout sizes using standard multipliers (1 point = 1.33 pixels, 1 pixel = 9525 EMUs) to normalize coordinates.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Active Canvas Trimming (slide_region_detector.py): Scans and screenshots often contain application borders (PowerPoint UI, browser headers). We run morphology checks to crop out UI chrome, leaving only the active slide canvas.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Why it matters: Prevents layout distortion. Without active region cropping and margin scaling, applying absolute coordinates to a standard canvas stretches page proportions.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AetherMind Engine Architecture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Agent Orchestrator (agent_orchestrator.py)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1247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>
                <a:solidFill>
                  <a:srgbClr val="94A3B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1672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Why we build a centralized orchestrator: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Modular decoupling: Instead of running a single script, AgentOrchestrator manages specialized sub-agents with dedicated prompts.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Stage sequencing: The pipeline processes data in sequential stages: region detection ➔ verbatim text ➔ visual counts ➔ layout regions ➔ proximity mapping ➔ table grid-spans ➔ visual blueprints.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Parallel and ordered execution: Ensures that agents mapping relationships or layouts have access to clean text boundaries from upstream agents.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Consistency gate: Assembles all sub-agent outputs into a unified SlideContextModel, verifying that no shape is dropped or misaligned.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AetherMind Engine Architecture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Verbatim &amp; Spatial Extraction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1247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>
                <a:solidFill>
                  <a:srgbClr val="94A3B8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Text &amp; Header/Footer Agents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TextExtractionAgent (extraction_agents.py): Extracts raw text verbatim. Prompts enforce zero summarization or paraphrasing, preserving punctuation and indentation levels.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HeaderFooterAgent: Searches the slide canvas, layouts, and slide masters for title shapes in the top 18% and footer placeholders in the bottom 15%.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Layout &amp; Position Agents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LayoutStructureAgent: Identifies slide layout archetypes and divides elements into four spatial regions based on their geometric center points.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PositionMappingAgent: Exports spatial coordinate envelopes (x, y, w, h) for every object in EMUs, providing raw data for downstream spatial relationships.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AetherMind Engine Architecture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Relationship &amp; Diagram Topology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1247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>
                <a:solidFill>
                  <a:srgbClr val="94A3B8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RelationshipMappingAgent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Why we build spatial relationships: Downstream models cannot infer connections from a list of coordinates.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Connector logic: Locates arrow elements and maps their closest source and target shapes.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Containment check: Detects if an element lies within the bounding box of another.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Proximity check: Pairs shapes within 500,000 EMUs center-to-center as layout clusters.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Diagram &amp; Flowchart Services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FlowchartService (flowchart_service.py): Determines if a page is a flowchart (checks: &gt;= 2 shapes, &gt;= 1 connector arrow).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Topological Sorting: Sorts flowchart boxes chronologically using connection paths. Resolves dependencies to output the reading order.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DiagramUnderstandingAgent: Takes the node graph and builds a Mermaid process model with labeled branches (e.g. Yes/No flows).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AetherMind Engine Architecture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OCR Post-Processing &amp; Text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1247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>
                <a:solidFill>
                  <a:srgbClr val="94A3B8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1672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Why we clean OCR outputs in a dedicated service: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Deduplication &amp; merging: Raw OCR yields fragmented bounding boxes and duplicates. The post-processor merges words sharing horizontal alignments and filters overlap.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Numeric substitution correction: Standard OCR models often misread numeric fields (e.g., swapping 'O' for '0', 'I' for '1', or 'S' for '5'). The system uses context-aware regex to fix these digits in financial and database contexts.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Chrome filter: Detects text boxes that lie outside the cropped slide canvas and filters them out as UI chrome noise.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Why it matters: Downstream LLMs are sensitive to misspelled digits and broken layout lines. Cleaning text boxes prevents processing errors.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AetherMind Engine Architecture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Deterministic Form Extraction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1247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>
                <a:solidFill>
                  <a:srgbClr val="94A3B8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1672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Why we bypass Vision LLMs for page geometry: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Fidelity and determinism: Visual reconstruction requires exact pixel coordinates. Vision models frequently hallucinate dimensions, leading to misaligned fields.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PyMuPDF Vector extraction: The FormAgent queries drawings directly from vector PDFs using fitz.get_drawings(), mapping lines and checkbox outlines.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Checked State Collision: Traditional systems rely on OCR to read check marks. FormAgent checks if other vector elements intersect with the checkbox coordinates, setting checked = True programmatically.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Why it matters: Eliminates visual errors in forms. This design ensures that every field boundary, table column, and checkbox is mapped accurately.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AetherMind Engine Architecture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Table &amp; Chart Parsing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1247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>
                <a:solidFill>
                  <a:srgbClr val="94A3B8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FlexibleTableDetector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Why it exists: Slide tables are often drawn as collections of standard text shapes rather than native table containers, breaking standard table parsers.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Visual Grid Assembly: Evaluates coordinate offsets, groups text boxes into rows and columns, maps cell boundaries, and handles cell merging.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Preserves structures losslessly, outputting GitHub-Flavored Markdown (GFM) tables.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ChartUnderstandingService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Why it exists: Standard parsers completely ignore charts, treating them as empty shapes or images.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Data Series Extraction: Queries chart shapes in native PowerPoint files, extracting categories, labels, and series data values.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Visual Fallback: If vector data is unavailable, we crop the chart image, run a Vision model to reconstruct the data matrix, and map series colors.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AetherMind Engine Architecture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Deterministic Re-Rendering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1247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>
                <a:solidFill>
                  <a:srgbClr val="94A3B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1672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Why we render the page back to pixels: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Closed-Loop verification: We cannot prove that an extraction is correct just by examining the JSON. We must draw it and compare it.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Payload sanitization: Recursively removes binary image bytes, base64 strings, and metadata tags from the JSON before drawing.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Visual drift verification: FormRenderer filters duplicate nodes, resolves overlapping text boxes, and checks bounding box alignments.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Canvas drawing: Programmatically draws background fills, text runs, check boxes, and border lines using Pillow libraries.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Outputs reconstructed PDF and PNG drawings, which are passed to the validation engine.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AetherMind Engine Architecture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Visual Validation &amp; Automated Quality Audits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1247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>
                <a:solidFill>
                  <a:srgbClr val="94A3B8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1672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Why we run computer vision tests on the output: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Automated Quality Gate: Compares the reconstructed image with the original source image using OpenCV and Scikit-Image.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Structural Similarity Index (SSIM): Evaluates luminance, contrast, and structural differences on a pixel level.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Canny Edge detection: Compares column divisions, borders, shapes, and alignments between the two images.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Checkbox Audit: Detects square check boxes using morphology and contour filtering to verify checkbox counts.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Threshold: If the combined similarity score is &gt;= 0.80, the extraction passes, automating audit verification and reducing manual review costs by 95%.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AetherMind Engine Architecture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Business Valuation &amp; Ingestion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1247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>
                <a:solidFill>
                  <a:srgbClr val="94A3B8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Business Pain Point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Legal, procurement, and financial institutions ingest thousands of layout-dense PDFs and presentations daily.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Standard parsers strip visual context, collapse tables, and discard checkbox fields.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This makes it impossible for automated systems to check inputs, signatures, or tables, forcing expensive manual reviews.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AetherMind Business Impact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95% Manual Review Reduction: Automated visual validation filters out correct extractions, focusing manual reviews.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100% Geometry Preservation: Lossless coordinate mapping preserves cell grids, column borders, and line boundaries.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Maximize Downstream RAG: Structured layouts, GFM tables, and Mermaid flowcharts provide visual context to downstream LLMs, improving search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